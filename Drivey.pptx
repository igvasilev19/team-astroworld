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65" r:id="rId3"/>
    <p:sldId id="263" r:id="rId4"/>
    <p:sldId id="258" r:id="rId5"/>
    <p:sldId id="259" r:id="rId6"/>
    <p:sldId id="261" r:id="rId7"/>
    <p:sldId id="262" r:id="rId8"/>
    <p:sldId id="267" r:id="rId9"/>
    <p:sldId id="269" r:id="rId10"/>
    <p:sldId id="270" r:id="rId11"/>
    <p:sldId id="268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F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B5A10-905D-4DF4-B680-B09FFE0400DF}" v="318" dt="2021-03-26T20:19:40.266"/>
    <p1510:client id="{60EC9BBC-8C4D-43F0-A96E-5CFFA422AA6E}" v="14" dt="2021-03-26T17:00:25.838"/>
    <p1510:client id="{B40663DF-C88A-46D5-8616-62312B8011F6}" v="54" dt="2021-03-26T16:17:28.434"/>
    <p1510:client id="{C28C9B92-0C38-4ADE-AE4B-63BB9A86A6A9}" v="60" dt="2021-03-26T16:26:27.877"/>
    <p1510:client id="{D8E7B5D6-9E3F-4EF8-94B3-EDF76A04A56C}" v="1" dt="2021-03-26T16:05:06.237"/>
    <p1510:client id="{DBAB36F3-A498-4356-AEE4-42A7DBD7CE62}" v="37" dt="2021-03-26T16:07:14.722"/>
    <p1510:client id="{E0A5B84A-E0AB-4395-889A-CFFEDFE2B4A9}" v="138" dt="2021-03-26T16:19:19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андър Ниелс Борис  Клингенберг" userId="S::aklingenberg19@codingburgas.bg::cd3569e4-5ca8-4342-968c-57d6e9435909" providerId="AD" clId="Web-{60EC9BBC-8C4D-43F0-A96E-5CFFA422AA6E}"/>
    <pc:docChg chg="modSld">
      <pc:chgData name="Александър Ниелс Борис  Клингенберг" userId="S::aklingenberg19@codingburgas.bg::cd3569e4-5ca8-4342-968c-57d6e9435909" providerId="AD" clId="Web-{60EC9BBC-8C4D-43F0-A96E-5CFFA422AA6E}" dt="2021-03-26T17:00:25.838" v="12"/>
      <pc:docMkLst>
        <pc:docMk/>
      </pc:docMkLst>
      <pc:sldChg chg="addSp delSp modSp">
        <pc:chgData name="Александър Ниелс Борис  Клингенберг" userId="S::aklingenberg19@codingburgas.bg::cd3569e4-5ca8-4342-968c-57d6e9435909" providerId="AD" clId="Web-{60EC9BBC-8C4D-43F0-A96E-5CFFA422AA6E}" dt="2021-03-26T17:00:25.838" v="12"/>
        <pc:sldMkLst>
          <pc:docMk/>
          <pc:sldMk cId="2632992896" sldId="263"/>
        </pc:sldMkLst>
        <pc:picChg chg="add ord">
          <ac:chgData name="Александър Ниелс Борис  Клингенберг" userId="S::aklingenberg19@codingburgas.bg::cd3569e4-5ca8-4342-968c-57d6e9435909" providerId="AD" clId="Web-{60EC9BBC-8C4D-43F0-A96E-5CFFA422AA6E}" dt="2021-03-26T17:00:25.838" v="12"/>
          <ac:picMkLst>
            <pc:docMk/>
            <pc:sldMk cId="2632992896" sldId="263"/>
            <ac:picMk id="3" creationId="{21BDA121-7B97-4C43-9B8B-C01EDBCBAE94}"/>
          </ac:picMkLst>
        </pc:picChg>
        <pc:picChg chg="del">
          <ac:chgData name="Александър Ниелс Борис  Клингенберг" userId="S::aklingenberg19@codingburgas.bg::cd3569e4-5ca8-4342-968c-57d6e9435909" providerId="AD" clId="Web-{60EC9BBC-8C4D-43F0-A96E-5CFFA422AA6E}" dt="2021-03-26T17:00:14.604" v="8"/>
          <ac:picMkLst>
            <pc:docMk/>
            <pc:sldMk cId="2632992896" sldId="263"/>
            <ac:picMk id="4" creationId="{FC0F29E5-FB87-41DB-A8B1-62B5A009C902}"/>
          </ac:picMkLst>
        </pc:picChg>
        <pc:picChg chg="add del">
          <ac:chgData name="Александър Ниелс Борис  Клингенберг" userId="S::aklingenberg19@codingburgas.bg::cd3569e4-5ca8-4342-968c-57d6e9435909" providerId="AD" clId="Web-{60EC9BBC-8C4D-43F0-A96E-5CFFA422AA6E}" dt="2021-03-26T17:00:22.760" v="11"/>
          <ac:picMkLst>
            <pc:docMk/>
            <pc:sldMk cId="2632992896" sldId="263"/>
            <ac:picMk id="8" creationId="{6A13C215-956D-46D7-9A9C-0F39921A0874}"/>
          </ac:picMkLst>
        </pc:picChg>
      </pc:sldChg>
      <pc:sldChg chg="addSp delSp modSp">
        <pc:chgData name="Александър Ниелс Борис  Клингенберг" userId="S::aklingenberg19@codingburgas.bg::cd3569e4-5ca8-4342-968c-57d6e9435909" providerId="AD" clId="Web-{60EC9BBC-8C4D-43F0-A96E-5CFFA422AA6E}" dt="2021-03-26T17:00:08.557" v="7" actId="14100"/>
        <pc:sldMkLst>
          <pc:docMk/>
          <pc:sldMk cId="3277095627" sldId="265"/>
        </pc:sldMkLst>
        <pc:picChg chg="add mod ord">
          <ac:chgData name="Александър Ниелс Борис  Клингенберг" userId="S::aklingenberg19@codingburgas.bg::cd3569e4-5ca8-4342-968c-57d6e9435909" providerId="AD" clId="Web-{60EC9BBC-8C4D-43F0-A96E-5CFFA422AA6E}" dt="2021-03-26T17:00:08.557" v="7" actId="14100"/>
          <ac:picMkLst>
            <pc:docMk/>
            <pc:sldMk cId="3277095627" sldId="265"/>
            <ac:picMk id="7" creationId="{CA8CBE21-AA42-467C-A0E9-EBA338692330}"/>
          </ac:picMkLst>
        </pc:picChg>
        <pc:picChg chg="del mod">
          <ac:chgData name="Александър Ниелс Борис  Клингенберг" userId="S::aklingenberg19@codingburgas.bg::cd3569e4-5ca8-4342-968c-57d6e9435909" providerId="AD" clId="Web-{60EC9BBC-8C4D-43F0-A96E-5CFFA422AA6E}" dt="2021-03-26T16:59:54.306" v="2"/>
          <ac:picMkLst>
            <pc:docMk/>
            <pc:sldMk cId="3277095627" sldId="265"/>
            <ac:picMk id="10" creationId="{FE73B4AC-62F4-4310-AC4D-5BE8DC291CF6}"/>
          </ac:picMkLst>
        </pc:picChg>
      </pc:sldChg>
    </pc:docChg>
  </pc:docChgLst>
  <pc:docChgLst>
    <pc:chgData name="Ивелин Георгиев Василев" userId="S::igvasilev19@codingburgas.bg::97a4a295-bfda-4179-8be0-a6c89f3304c7" providerId="AD" clId="Web-{C28C9B92-0C38-4ADE-AE4B-63BB9A86A6A9}"/>
    <pc:docChg chg="addSld modSld">
      <pc:chgData name="Ивелин Георгиев Василев" userId="S::igvasilev19@codingburgas.bg::97a4a295-bfda-4179-8be0-a6c89f3304c7" providerId="AD" clId="Web-{C28C9B92-0C38-4ADE-AE4B-63BB9A86A6A9}" dt="2021-03-26T16:26:27.877" v="38"/>
      <pc:docMkLst>
        <pc:docMk/>
      </pc:docMkLst>
      <pc:sldChg chg="addSp modSp new mod setBg addAnim">
        <pc:chgData name="Ивелин Георгиев Василев" userId="S::igvasilev19@codingburgas.bg::97a4a295-bfda-4179-8be0-a6c89f3304c7" providerId="AD" clId="Web-{C28C9B92-0C38-4ADE-AE4B-63BB9A86A6A9}" dt="2021-03-26T16:26:27.877" v="38"/>
        <pc:sldMkLst>
          <pc:docMk/>
          <pc:sldMk cId="2472325768" sldId="268"/>
        </pc:sldMkLst>
        <pc:spChg chg="mod ord">
          <ac:chgData name="Ивелин Георгиев Василев" userId="S::igvasilev19@codingburgas.bg::97a4a295-bfda-4179-8be0-a6c89f3304c7" providerId="AD" clId="Web-{C28C9B92-0C38-4ADE-AE4B-63BB9A86A6A9}" dt="2021-03-26T16:26:27.877" v="37"/>
          <ac:spMkLst>
            <pc:docMk/>
            <pc:sldMk cId="2472325768" sldId="268"/>
            <ac:spMk id="2" creationId="{1653D09F-1F9C-43AA-AAA7-4125EC746FA3}"/>
          </ac:spMkLst>
        </pc:spChg>
        <pc:spChg chg="add">
          <ac:chgData name="Ивелин Георгиев Василев" userId="S::igvasilev19@codingburgas.bg::97a4a295-bfda-4179-8be0-a6c89f3304c7" providerId="AD" clId="Web-{C28C9B92-0C38-4ADE-AE4B-63BB9A86A6A9}" dt="2021-03-26T16:26:27.877" v="37"/>
          <ac:spMkLst>
            <pc:docMk/>
            <pc:sldMk cId="2472325768" sldId="268"/>
            <ac:spMk id="8" creationId="{37C89E4B-3C9F-44B9-8B86-D9E3D112D8EC}"/>
          </ac:spMkLst>
        </pc:spChg>
        <pc:picChg chg="add mod">
          <ac:chgData name="Ивелин Георгиев Василев" userId="S::igvasilev19@codingburgas.bg::97a4a295-bfda-4179-8be0-a6c89f3304c7" providerId="AD" clId="Web-{C28C9B92-0C38-4ADE-AE4B-63BB9A86A6A9}" dt="2021-03-26T16:26:27.877" v="37"/>
          <ac:picMkLst>
            <pc:docMk/>
            <pc:sldMk cId="2472325768" sldId="268"/>
            <ac:picMk id="3" creationId="{EC4A0687-0CAE-48D3-ABD1-D6B000A0D5E6}"/>
          </ac:picMkLst>
        </pc:picChg>
        <pc:cxnChg chg="add">
          <ac:chgData name="Ивелин Георгиев Василев" userId="S::igvasilev19@codingburgas.bg::97a4a295-bfda-4179-8be0-a6c89f3304c7" providerId="AD" clId="Web-{C28C9B92-0C38-4ADE-AE4B-63BB9A86A6A9}" dt="2021-03-26T16:26:27.877" v="37"/>
          <ac:cxnSpMkLst>
            <pc:docMk/>
            <pc:sldMk cId="2472325768" sldId="268"/>
            <ac:cxnSpMk id="10" creationId="{AA2EAA10-076F-46BD-8F0F-B9A2FB77A85C}"/>
          </ac:cxnSpMkLst>
        </pc:cxnChg>
        <pc:cxnChg chg="add">
          <ac:chgData name="Ивелин Георгиев Василев" userId="S::igvasilev19@codingburgas.bg::97a4a295-bfda-4179-8be0-a6c89f3304c7" providerId="AD" clId="Web-{C28C9B92-0C38-4ADE-AE4B-63BB9A86A6A9}" dt="2021-03-26T16:26:27.877" v="37"/>
          <ac:cxnSpMkLst>
            <pc:docMk/>
            <pc:sldMk cId="2472325768" sldId="268"/>
            <ac:cxnSpMk id="12" creationId="{D891E407-403B-4764-86C9-33A56D3BCAA3}"/>
          </ac:cxnSpMkLst>
        </pc:cxnChg>
      </pc:sldChg>
    </pc:docChg>
  </pc:docChgLst>
  <pc:docChgLst>
    <pc:chgData name="Ивелин Георгиев Василев" userId="S::igvasilev19@codingburgas.bg::97a4a295-bfda-4179-8be0-a6c89f3304c7" providerId="AD" clId="Web-{9944B969-B956-48FA-A707-3FE0630F8CF1}"/>
    <pc:docChg chg="sldOrd">
      <pc:chgData name="Ивелин Георгиев Василев" userId="S::igvasilev19@codingburgas.bg::97a4a295-bfda-4179-8be0-a6c89f3304c7" providerId="AD" clId="Web-{9944B969-B956-48FA-A707-3FE0630F8CF1}" dt="2021-03-26T16:05:06.237" v="0"/>
      <pc:docMkLst>
        <pc:docMk/>
      </pc:docMkLst>
      <pc:sldChg chg="ord">
        <pc:chgData name="Ивелин Георгиев Василев" userId="S::igvasilev19@codingburgas.bg::97a4a295-bfda-4179-8be0-a6c89f3304c7" providerId="AD" clId="Web-{9944B969-B956-48FA-A707-3FE0630F8CF1}" dt="2021-03-26T16:05:06.237" v="0"/>
        <pc:sldMkLst>
          <pc:docMk/>
          <pc:sldMk cId="1564991645" sldId="261"/>
        </pc:sldMkLst>
      </pc:sldChg>
    </pc:docChg>
  </pc:docChgLst>
  <pc:docChgLst>
    <pc:chgData name="Тереза Николаева Опанска" userId="9b852914-d2e1-440a-91f6-f9b57236f00e" providerId="ADAL" clId="{2C2B5A10-905D-4DF4-B680-B09FFE0400DF}"/>
    <pc:docChg chg="undo redo custSel addSld modSld sldOrd">
      <pc:chgData name="Тереза Николаева Опанска" userId="9b852914-d2e1-440a-91f6-f9b57236f00e" providerId="ADAL" clId="{2C2B5A10-905D-4DF4-B680-B09FFE0400DF}" dt="2021-03-26T20:19:40.266" v="396" actId="14100"/>
      <pc:docMkLst>
        <pc:docMk/>
      </pc:docMkLst>
      <pc:sldChg chg="addSp modSp mod">
        <pc:chgData name="Тереза Николаева Опанска" userId="9b852914-d2e1-440a-91f6-f9b57236f00e" providerId="ADAL" clId="{2C2B5A10-905D-4DF4-B680-B09FFE0400DF}" dt="2021-03-26T19:02:26.415" v="309" actId="20577"/>
        <pc:sldMkLst>
          <pc:docMk/>
          <pc:sldMk cId="2739884481" sldId="258"/>
        </pc:sldMkLst>
        <pc:spChg chg="add mod">
          <ac:chgData name="Тереза Николаева Опанска" userId="9b852914-d2e1-440a-91f6-f9b57236f00e" providerId="ADAL" clId="{2C2B5A10-905D-4DF4-B680-B09FFE0400DF}" dt="2021-03-26T19:02:26.415" v="309" actId="20577"/>
          <ac:spMkLst>
            <pc:docMk/>
            <pc:sldMk cId="2739884481" sldId="258"/>
            <ac:spMk id="13" creationId="{04C3818F-D97C-4A01-962C-FFA8123CDC55}"/>
          </ac:spMkLst>
        </pc:spChg>
      </pc:sldChg>
      <pc:sldChg chg="addSp delSp modSp new mod ord modTransition setBg">
        <pc:chgData name="Тереза Николаева Опанска" userId="9b852914-d2e1-440a-91f6-f9b57236f00e" providerId="ADAL" clId="{2C2B5A10-905D-4DF4-B680-B09FFE0400DF}" dt="2021-03-26T20:19:28.037" v="394" actId="14100"/>
        <pc:sldMkLst>
          <pc:docMk/>
          <pc:sldMk cId="2632992896" sldId="263"/>
        </pc:sldMkLst>
        <pc:spChg chg="add mod">
          <ac:chgData name="Тереза Николаева Опанска" userId="9b852914-d2e1-440a-91f6-f9b57236f00e" providerId="ADAL" clId="{2C2B5A10-905D-4DF4-B680-B09FFE0400DF}" dt="2021-03-26T20:19:28.037" v="394" actId="14100"/>
          <ac:spMkLst>
            <pc:docMk/>
            <pc:sldMk cId="2632992896" sldId="263"/>
            <ac:spMk id="2" creationId="{8F71AABE-159E-4367-96C6-B8953DF83110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19:02:06.525" v="294" actId="1076"/>
          <ac:spMkLst>
            <pc:docMk/>
            <pc:sldMk cId="2632992896" sldId="263"/>
            <ac:spMk id="5" creationId="{78EE8712-9FF2-45A3-8B6C-A3AA591BAA24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19:02:21.719" v="306" actId="1076"/>
          <ac:spMkLst>
            <pc:docMk/>
            <pc:sldMk cId="2632992896" sldId="263"/>
            <ac:spMk id="6" creationId="{E19A28E8-47D9-40C1-B27A-9585C7083333}"/>
          </ac:spMkLst>
        </pc:spChg>
        <pc:picChg chg="del mod">
          <ac:chgData name="Тереза Николаева Опанска" userId="9b852914-d2e1-440a-91f6-f9b57236f00e" providerId="ADAL" clId="{2C2B5A10-905D-4DF4-B680-B09FFE0400DF}" dt="2021-03-26T19:07:55.575" v="376" actId="478"/>
          <ac:picMkLst>
            <pc:docMk/>
            <pc:sldMk cId="2632992896" sldId="263"/>
            <ac:picMk id="3" creationId="{21BDA121-7B97-4C43-9B8B-C01EDBCBAE94}"/>
          </ac:picMkLst>
        </pc:picChg>
        <pc:picChg chg="add mod ord">
          <ac:chgData name="Тереза Николаева Опанска" userId="9b852914-d2e1-440a-91f6-f9b57236f00e" providerId="ADAL" clId="{2C2B5A10-905D-4DF4-B680-B09FFE0400DF}" dt="2021-03-26T16:07:11.446" v="19" actId="14100"/>
          <ac:picMkLst>
            <pc:docMk/>
            <pc:sldMk cId="2632992896" sldId="263"/>
            <ac:picMk id="4" creationId="{FC0F29E5-FB87-41DB-A8B1-62B5A009C902}"/>
          </ac:picMkLst>
        </pc:picChg>
      </pc:sldChg>
      <pc:sldChg chg="modSp mod modTransition">
        <pc:chgData name="Тереза Николаева Опанска" userId="9b852914-d2e1-440a-91f6-f9b57236f00e" providerId="ADAL" clId="{2C2B5A10-905D-4DF4-B680-B09FFE0400DF}" dt="2021-03-26T20:19:17.736" v="393" actId="14100"/>
        <pc:sldMkLst>
          <pc:docMk/>
          <pc:sldMk cId="3698183062" sldId="264"/>
        </pc:sldMkLst>
        <pc:spChg chg="mod">
          <ac:chgData name="Тереза Николаева Опанска" userId="9b852914-d2e1-440a-91f6-f9b57236f00e" providerId="ADAL" clId="{2C2B5A10-905D-4DF4-B680-B09FFE0400DF}" dt="2021-03-26T20:19:17.736" v="393" actId="14100"/>
          <ac:spMkLst>
            <pc:docMk/>
            <pc:sldMk cId="3698183062" sldId="264"/>
            <ac:spMk id="5" creationId="{839A6177-4287-476B-AE57-C314C72455B8}"/>
          </ac:spMkLst>
        </pc:spChg>
        <pc:picChg chg="mod">
          <ac:chgData name="Тереза Николаева Опанска" userId="9b852914-d2e1-440a-91f6-f9b57236f00e" providerId="ADAL" clId="{2C2B5A10-905D-4DF4-B680-B09FFE0400DF}" dt="2021-03-26T16:33:04.346" v="286" actId="1076"/>
          <ac:picMkLst>
            <pc:docMk/>
            <pc:sldMk cId="3698183062" sldId="264"/>
            <ac:picMk id="6" creationId="{86FE4FD4-9076-4652-B182-D550FF34FB15}"/>
          </ac:picMkLst>
        </pc:picChg>
        <pc:picChg chg="mod">
          <ac:chgData name="Тереза Николаева Опанска" userId="9b852914-d2e1-440a-91f6-f9b57236f00e" providerId="ADAL" clId="{2C2B5A10-905D-4DF4-B680-B09FFE0400DF}" dt="2021-03-26T16:33:04.346" v="286" actId="1076"/>
          <ac:picMkLst>
            <pc:docMk/>
            <pc:sldMk cId="3698183062" sldId="264"/>
            <ac:picMk id="7" creationId="{438106A8-CCB6-4F85-B6BE-8F167457AE53}"/>
          </ac:picMkLst>
        </pc:picChg>
        <pc:picChg chg="mod">
          <ac:chgData name="Тереза Николаева Опанска" userId="9b852914-d2e1-440a-91f6-f9b57236f00e" providerId="ADAL" clId="{2C2B5A10-905D-4DF4-B680-B09FFE0400DF}" dt="2021-03-26T16:33:04.346" v="286" actId="1076"/>
          <ac:picMkLst>
            <pc:docMk/>
            <pc:sldMk cId="3698183062" sldId="264"/>
            <ac:picMk id="8" creationId="{0D776D3E-004F-4AA4-A5A7-9EF51180BFD9}"/>
          </ac:picMkLst>
        </pc:picChg>
      </pc:sldChg>
      <pc:sldChg chg="addSp delSp modSp new mod modTransition setBg">
        <pc:chgData name="Тереза Николаева Опанска" userId="9b852914-d2e1-440a-91f6-f9b57236f00e" providerId="ADAL" clId="{2C2B5A10-905D-4DF4-B680-B09FFE0400DF}" dt="2021-03-26T19:07:50.462" v="374" actId="478"/>
        <pc:sldMkLst>
          <pc:docMk/>
          <pc:sldMk cId="3277095627" sldId="265"/>
        </pc:sldMkLst>
        <pc:spChg chg="mod">
          <ac:chgData name="Тереза Николаева Опанска" userId="9b852914-d2e1-440a-91f6-f9b57236f00e" providerId="ADAL" clId="{2C2B5A10-905D-4DF4-B680-B09FFE0400DF}" dt="2021-03-26T16:27:40.512" v="262" actId="1076"/>
          <ac:spMkLst>
            <pc:docMk/>
            <pc:sldMk cId="3277095627" sldId="265"/>
            <ac:spMk id="2" creationId="{F35FE8B1-5E68-49EA-A619-939487D22A1B}"/>
          </ac:spMkLst>
        </pc:spChg>
        <pc:spChg chg="mod">
          <ac:chgData name="Тереза Николаева Опанска" userId="9b852914-d2e1-440a-91f6-f9b57236f00e" providerId="ADAL" clId="{2C2B5A10-905D-4DF4-B680-B09FFE0400DF}" dt="2021-03-26T16:27:40.512" v="262" actId="1076"/>
          <ac:spMkLst>
            <pc:docMk/>
            <pc:sldMk cId="3277095627" sldId="265"/>
            <ac:spMk id="3" creationId="{342691A2-1527-46BD-971D-5ADBD1E3413C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16:27:40.512" v="262" actId="1076"/>
          <ac:spMkLst>
            <pc:docMk/>
            <pc:sldMk cId="3277095627" sldId="265"/>
            <ac:spMk id="4" creationId="{53DBF912-831E-41A2-9603-8139BE212433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16:27:40.512" v="262" actId="1076"/>
          <ac:spMkLst>
            <pc:docMk/>
            <pc:sldMk cId="3277095627" sldId="265"/>
            <ac:spMk id="5" creationId="{C215D7E8-4FA6-42F1-ADC0-EB62A2FB4416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16:27:40.512" v="262" actId="1076"/>
          <ac:spMkLst>
            <pc:docMk/>
            <pc:sldMk cId="3277095627" sldId="265"/>
            <ac:spMk id="6" creationId="{B75D6FC4-B79A-41F0-9F35-E741BDC0C353}"/>
          </ac:spMkLst>
        </pc:spChg>
        <pc:picChg chg="del">
          <ac:chgData name="Тереза Николаева Опанска" userId="9b852914-d2e1-440a-91f6-f9b57236f00e" providerId="ADAL" clId="{2C2B5A10-905D-4DF4-B680-B09FFE0400DF}" dt="2021-03-26T19:07:50.462" v="374" actId="478"/>
          <ac:picMkLst>
            <pc:docMk/>
            <pc:sldMk cId="3277095627" sldId="265"/>
            <ac:picMk id="7" creationId="{CA8CBE21-AA42-467C-A0E9-EBA338692330}"/>
          </ac:picMkLst>
        </pc:picChg>
        <pc:picChg chg="add mod ord">
          <ac:chgData name="Тереза Николаева Опанска" userId="9b852914-d2e1-440a-91f6-f9b57236f00e" providerId="ADAL" clId="{2C2B5A10-905D-4DF4-B680-B09FFE0400DF}" dt="2021-03-26T16:17:03.268" v="218" actId="167"/>
          <ac:picMkLst>
            <pc:docMk/>
            <pc:sldMk cId="3277095627" sldId="265"/>
            <ac:picMk id="10" creationId="{FE73B4AC-62F4-4310-AC4D-5BE8DC291CF6}"/>
          </ac:picMkLst>
        </pc:picChg>
        <pc:cxnChg chg="add mod">
          <ac:chgData name="Тереза Николаева Опанска" userId="9b852914-d2e1-440a-91f6-f9b57236f00e" providerId="ADAL" clId="{2C2B5A10-905D-4DF4-B680-B09FFE0400DF}" dt="2021-03-26T19:06:27.999" v="369" actId="208"/>
          <ac:cxnSpMkLst>
            <pc:docMk/>
            <pc:sldMk cId="3277095627" sldId="265"/>
            <ac:cxnSpMk id="8" creationId="{A277F500-B563-457F-BA62-F5019818F503}"/>
          </ac:cxnSpMkLst>
        </pc:cxnChg>
        <pc:cxnChg chg="add mod">
          <ac:chgData name="Тереза Николаева Опанска" userId="9b852914-d2e1-440a-91f6-f9b57236f00e" providerId="ADAL" clId="{2C2B5A10-905D-4DF4-B680-B09FFE0400DF}" dt="2021-03-26T19:06:33.106" v="370" actId="208"/>
          <ac:cxnSpMkLst>
            <pc:docMk/>
            <pc:sldMk cId="3277095627" sldId="265"/>
            <ac:cxnSpMk id="9" creationId="{9625CDE1-0BC3-43C9-8D8C-C03CBEFB03A9}"/>
          </ac:cxnSpMkLst>
        </pc:cxnChg>
      </pc:sldChg>
      <pc:sldChg chg="addSp delSp modSp mod modTransition setBg">
        <pc:chgData name="Тереза Николаева Опанска" userId="9b852914-d2e1-440a-91f6-f9b57236f00e" providerId="ADAL" clId="{2C2B5A10-905D-4DF4-B680-B09FFE0400DF}" dt="2021-03-26T19:08:50.787" v="392"/>
        <pc:sldMkLst>
          <pc:docMk/>
          <pc:sldMk cId="2472325768" sldId="268"/>
        </pc:sldMkLst>
        <pc:spChg chg="mod">
          <ac:chgData name="Тереза Николаева Опанска" userId="9b852914-d2e1-440a-91f6-f9b57236f00e" providerId="ADAL" clId="{2C2B5A10-905D-4DF4-B680-B09FFE0400DF}" dt="2021-03-26T16:31:38.098" v="282" actId="20577"/>
          <ac:spMkLst>
            <pc:docMk/>
            <pc:sldMk cId="2472325768" sldId="268"/>
            <ac:spMk id="2" creationId="{1653D09F-1F9C-43AA-AAA7-4125EC746FA3}"/>
          </ac:spMkLst>
        </pc:spChg>
        <pc:picChg chg="del">
          <ac:chgData name="Тереза Николаева Опанска" userId="9b852914-d2e1-440a-91f6-f9b57236f00e" providerId="ADAL" clId="{2C2B5A10-905D-4DF4-B680-B09FFE0400DF}" dt="2021-03-26T16:29:01.644" v="263" actId="478"/>
          <ac:picMkLst>
            <pc:docMk/>
            <pc:sldMk cId="2472325768" sldId="268"/>
            <ac:picMk id="3" creationId="{EC4A0687-0CAE-48D3-ABD1-D6B000A0D5E6}"/>
          </ac:picMkLst>
        </pc:picChg>
        <pc:picChg chg="add del mod ord">
          <ac:chgData name="Тереза Николаева Опанска" userId="9b852914-d2e1-440a-91f6-f9b57236f00e" providerId="ADAL" clId="{2C2B5A10-905D-4DF4-B680-B09FFE0400DF}" dt="2021-03-26T19:08:34.196" v="389" actId="478"/>
          <ac:picMkLst>
            <pc:docMk/>
            <pc:sldMk cId="2472325768" sldId="268"/>
            <ac:picMk id="5" creationId="{014EE1D2-D6D6-4272-A3BD-9DBC7433236C}"/>
          </ac:picMkLst>
        </pc:picChg>
      </pc:sldChg>
      <pc:sldChg chg="addSp delSp modSp new mod modTransition setBg">
        <pc:chgData name="Тереза Николаева Опанска" userId="9b852914-d2e1-440a-91f6-f9b57236f00e" providerId="ADAL" clId="{2C2B5A10-905D-4DF4-B680-B09FFE0400DF}" dt="2021-03-26T20:19:37.114" v="395" actId="14100"/>
        <pc:sldMkLst>
          <pc:docMk/>
          <pc:sldMk cId="408154072" sldId="269"/>
        </pc:sldMkLst>
        <pc:spChg chg="add mod">
          <ac:chgData name="Тереза Николаева Опанска" userId="9b852914-d2e1-440a-91f6-f9b57236f00e" providerId="ADAL" clId="{2C2B5A10-905D-4DF4-B680-B09FFE0400DF}" dt="2021-03-26T19:02:38.208" v="314" actId="20577"/>
          <ac:spMkLst>
            <pc:docMk/>
            <pc:sldMk cId="408154072" sldId="269"/>
            <ac:spMk id="2" creationId="{042C6A0B-9BF4-47AF-B89C-7BC182F79B5B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20:19:37.114" v="395" actId="14100"/>
          <ac:spMkLst>
            <pc:docMk/>
            <pc:sldMk cId="408154072" sldId="269"/>
            <ac:spMk id="4" creationId="{CD4040FE-69C1-4362-BD33-B19A15D0867F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19:05:17.324" v="343" actId="403"/>
          <ac:spMkLst>
            <pc:docMk/>
            <pc:sldMk cId="408154072" sldId="269"/>
            <ac:spMk id="5" creationId="{067E67F0-884A-4A66-9926-CEB6DFD978D9}"/>
          </ac:spMkLst>
        </pc:spChg>
        <pc:picChg chg="add del mod ord">
          <ac:chgData name="Тереза Николаева Опанска" userId="9b852914-d2e1-440a-91f6-f9b57236f00e" providerId="ADAL" clId="{2C2B5A10-905D-4DF4-B680-B09FFE0400DF}" dt="2021-03-26T19:08:06.556" v="379" actId="478"/>
          <ac:picMkLst>
            <pc:docMk/>
            <pc:sldMk cId="408154072" sldId="269"/>
            <ac:picMk id="3" creationId="{302ACF9A-A2DB-45F1-B78C-3268A898001F}"/>
          </ac:picMkLst>
        </pc:picChg>
      </pc:sldChg>
      <pc:sldChg chg="addSp delSp modSp new mod modTransition setBg">
        <pc:chgData name="Тереза Николаева Опанска" userId="9b852914-d2e1-440a-91f6-f9b57236f00e" providerId="ADAL" clId="{2C2B5A10-905D-4DF4-B680-B09FFE0400DF}" dt="2021-03-26T20:19:40.266" v="396" actId="14100"/>
        <pc:sldMkLst>
          <pc:docMk/>
          <pc:sldMk cId="2691883232" sldId="270"/>
        </pc:sldMkLst>
        <pc:spChg chg="add mod">
          <ac:chgData name="Тереза Николаева Опанска" userId="9b852914-d2e1-440a-91f6-f9b57236f00e" providerId="ADAL" clId="{2C2B5A10-905D-4DF4-B680-B09FFE0400DF}" dt="2021-03-26T20:19:40.266" v="396" actId="14100"/>
          <ac:spMkLst>
            <pc:docMk/>
            <pc:sldMk cId="2691883232" sldId="270"/>
            <ac:spMk id="3" creationId="{A085CCFC-B585-4CBF-BE3F-6505A1709CF6}"/>
          </ac:spMkLst>
        </pc:spChg>
        <pc:spChg chg="add mod">
          <ac:chgData name="Тереза Николаева Опанска" userId="9b852914-d2e1-440a-91f6-f9b57236f00e" providerId="ADAL" clId="{2C2B5A10-905D-4DF4-B680-B09FFE0400DF}" dt="2021-03-26T19:06:05.198" v="366" actId="20577"/>
          <ac:spMkLst>
            <pc:docMk/>
            <pc:sldMk cId="2691883232" sldId="270"/>
            <ac:spMk id="4" creationId="{6B4F55FD-180D-457F-B221-18E9DCC2B721}"/>
          </ac:spMkLst>
        </pc:spChg>
        <pc:picChg chg="add del mod">
          <ac:chgData name="Тереза Николаева Опанска" userId="9b852914-d2e1-440a-91f6-f9b57236f00e" providerId="ADAL" clId="{2C2B5A10-905D-4DF4-B680-B09FFE0400DF}" dt="2021-03-26T19:08:21.927" v="386" actId="478"/>
          <ac:picMkLst>
            <pc:docMk/>
            <pc:sldMk cId="2691883232" sldId="270"/>
            <ac:picMk id="2" creationId="{FE8D8B36-FF18-4906-9029-D6BC7D5129C3}"/>
          </ac:picMkLst>
        </pc:picChg>
      </pc:sldChg>
    </pc:docChg>
  </pc:docChgLst>
  <pc:docChgLst>
    <pc:chgData name="Александър Ниелс Борис  Клингенберг" userId="cd3569e4-5ca8-4342-968c-57d6e9435909" providerId="ADAL" clId="{E0A5B84A-E0AB-4395-889A-CFFEDFE2B4A9}"/>
    <pc:docChg chg="undo custSel addSld delSld modSld sldOrd">
      <pc:chgData name="Александър Ниелс Борис  Клингенберг" userId="cd3569e4-5ca8-4342-968c-57d6e9435909" providerId="ADAL" clId="{E0A5B84A-E0AB-4395-889A-CFFEDFE2B4A9}" dt="2021-03-26T16:19:19.920" v="138" actId="478"/>
      <pc:docMkLst>
        <pc:docMk/>
      </pc:docMkLst>
      <pc:sldChg chg="addSp delSp modSp mod ord modTransition">
        <pc:chgData name="Александър Ниелс Борис  Клингенберг" userId="cd3569e4-5ca8-4342-968c-57d6e9435909" providerId="ADAL" clId="{E0A5B84A-E0AB-4395-889A-CFFEDFE2B4A9}" dt="2021-03-26T16:18:02.792" v="132" actId="478"/>
        <pc:sldMkLst>
          <pc:docMk/>
          <pc:sldMk cId="1564991645" sldId="261"/>
        </pc:sldMkLst>
        <pc:picChg chg="add del mod">
          <ac:chgData name="Александър Ниелс Борис  Клингенберг" userId="cd3569e4-5ca8-4342-968c-57d6e9435909" providerId="ADAL" clId="{E0A5B84A-E0AB-4395-889A-CFFEDFE2B4A9}" dt="2021-03-26T16:10:58.629" v="41" actId="478"/>
          <ac:picMkLst>
            <pc:docMk/>
            <pc:sldMk cId="1564991645" sldId="261"/>
            <ac:picMk id="3" creationId="{4F09D1BE-C718-4A3C-9E44-D08D592E6E40}"/>
          </ac:picMkLst>
        </pc:picChg>
        <pc:picChg chg="add del mod">
          <ac:chgData name="Александър Ниелс Борис  Клингенберг" userId="cd3569e4-5ca8-4342-968c-57d6e9435909" providerId="ADAL" clId="{E0A5B84A-E0AB-4395-889A-CFFEDFE2B4A9}" dt="2021-03-26T16:18:02.792" v="132" actId="478"/>
          <ac:picMkLst>
            <pc:docMk/>
            <pc:sldMk cId="1564991645" sldId="261"/>
            <ac:picMk id="5" creationId="{ECFD107D-1CB5-4B36-B64F-B6F6B498515D}"/>
          </ac:picMkLst>
        </pc:picChg>
        <pc:picChg chg="add del mod">
          <ac:chgData name="Александър Ниелс Борис  Клингенберг" userId="cd3569e4-5ca8-4342-968c-57d6e9435909" providerId="ADAL" clId="{E0A5B84A-E0AB-4395-889A-CFFEDFE2B4A9}" dt="2021-03-26T16:12:50.784" v="60" actId="478"/>
          <ac:picMkLst>
            <pc:docMk/>
            <pc:sldMk cId="1564991645" sldId="261"/>
            <ac:picMk id="11" creationId="{68223844-E63B-4894-9BC9-4BB5EBE49C38}"/>
          </ac:picMkLst>
        </pc:picChg>
      </pc:sldChg>
      <pc:sldChg chg="addSp delSp modSp mod modTransition">
        <pc:chgData name="Александър Ниелс Борис  Клингенберг" userId="cd3569e4-5ca8-4342-968c-57d6e9435909" providerId="ADAL" clId="{E0A5B84A-E0AB-4395-889A-CFFEDFE2B4A9}" dt="2021-03-26T16:18:59.596" v="135" actId="1076"/>
        <pc:sldMkLst>
          <pc:docMk/>
          <pc:sldMk cId="1632976832" sldId="262"/>
        </pc:sldMkLst>
        <pc:picChg chg="del">
          <ac:chgData name="Александър Ниелс Борис  Клингенберг" userId="cd3569e4-5ca8-4342-968c-57d6e9435909" providerId="ADAL" clId="{E0A5B84A-E0AB-4395-889A-CFFEDFE2B4A9}" dt="2021-03-26T16:17:33.209" v="121" actId="478"/>
          <ac:picMkLst>
            <pc:docMk/>
            <pc:sldMk cId="1632976832" sldId="262"/>
            <ac:picMk id="2" creationId="{A608A8D7-33FB-48FC-9D12-3A3B96BED274}"/>
          </ac:picMkLst>
        </pc:picChg>
        <pc:picChg chg="add del mod ord">
          <ac:chgData name="Александър Ниелс Борис  Клингенберг" userId="cd3569e4-5ca8-4342-968c-57d6e9435909" providerId="ADAL" clId="{E0A5B84A-E0AB-4395-889A-CFFEDFE2B4A9}" dt="2021-03-26T16:17:18.134" v="113" actId="478"/>
          <ac:picMkLst>
            <pc:docMk/>
            <pc:sldMk cId="1632976832" sldId="262"/>
            <ac:picMk id="3" creationId="{3A115030-830A-42B0-A94A-ED66E2A515A1}"/>
          </ac:picMkLst>
        </pc:picChg>
        <pc:picChg chg="add del mod modCrop">
          <ac:chgData name="Александър Ниелс Борис  Клингенберг" userId="cd3569e4-5ca8-4342-968c-57d6e9435909" providerId="ADAL" clId="{E0A5B84A-E0AB-4395-889A-CFFEDFE2B4A9}" dt="2021-03-26T16:08:47.386" v="18" actId="478"/>
          <ac:picMkLst>
            <pc:docMk/>
            <pc:sldMk cId="1632976832" sldId="262"/>
            <ac:picMk id="5" creationId="{19A36681-E147-4B50-8579-09CD162998D6}"/>
          </ac:picMkLst>
        </pc:picChg>
        <pc:picChg chg="add mod modCrop">
          <ac:chgData name="Александър Ниелс Борис  Клингенберг" userId="cd3569e4-5ca8-4342-968c-57d6e9435909" providerId="ADAL" clId="{E0A5B84A-E0AB-4395-889A-CFFEDFE2B4A9}" dt="2021-03-26T16:18:59.596" v="135" actId="1076"/>
          <ac:picMkLst>
            <pc:docMk/>
            <pc:sldMk cId="1632976832" sldId="262"/>
            <ac:picMk id="7" creationId="{440239FE-6D57-48F7-8D76-7C9C476E406C}"/>
          </ac:picMkLst>
        </pc:picChg>
        <pc:picChg chg="add del mod">
          <ac:chgData name="Александър Ниелс Борис  Клингенберг" userId="cd3569e4-5ca8-4342-968c-57d6e9435909" providerId="ADAL" clId="{E0A5B84A-E0AB-4395-889A-CFFEDFE2B4A9}" dt="2021-03-26T16:10:00.988" v="31" actId="478"/>
          <ac:picMkLst>
            <pc:docMk/>
            <pc:sldMk cId="1632976832" sldId="262"/>
            <ac:picMk id="8" creationId="{62EA91F1-7C94-49D7-A629-1A320B4700BD}"/>
          </ac:picMkLst>
        </pc:picChg>
        <pc:picChg chg="add del mod">
          <ac:chgData name="Александър Ниелс Борис  Клингенберг" userId="cd3569e4-5ca8-4342-968c-57d6e9435909" providerId="ADAL" clId="{E0A5B84A-E0AB-4395-889A-CFFEDFE2B4A9}" dt="2021-03-26T16:14:21.935" v="77" actId="478"/>
          <ac:picMkLst>
            <pc:docMk/>
            <pc:sldMk cId="1632976832" sldId="262"/>
            <ac:picMk id="10" creationId="{84838524-0A6E-4D41-A9A2-A99AA4971F65}"/>
          </ac:picMkLst>
        </pc:picChg>
        <pc:picChg chg="add del mod">
          <ac:chgData name="Александър Ниелс Борис  Клингенберг" userId="cd3569e4-5ca8-4342-968c-57d6e9435909" providerId="ADAL" clId="{E0A5B84A-E0AB-4395-889A-CFFEDFE2B4A9}" dt="2021-03-26T16:18:07.290" v="133" actId="478"/>
          <ac:picMkLst>
            <pc:docMk/>
            <pc:sldMk cId="1632976832" sldId="262"/>
            <ac:picMk id="12" creationId="{1CBBD5D0-1851-4500-9C5E-8148B17614A0}"/>
          </ac:picMkLst>
        </pc:picChg>
        <pc:picChg chg="add mod ord">
          <ac:chgData name="Александър Ниелс Борис  Клингенберг" userId="cd3569e4-5ca8-4342-968c-57d6e9435909" providerId="ADAL" clId="{E0A5B84A-E0AB-4395-889A-CFFEDFE2B4A9}" dt="2021-03-26T16:18:59.596" v="135" actId="1076"/>
          <ac:picMkLst>
            <pc:docMk/>
            <pc:sldMk cId="1632976832" sldId="262"/>
            <ac:picMk id="13" creationId="{B8FC7C02-8E92-4B0A-B640-0BBC858DE77D}"/>
          </ac:picMkLst>
        </pc:picChg>
        <pc:picChg chg="add mod">
          <ac:chgData name="Александър Ниелс Борис  Клингенберг" userId="cd3569e4-5ca8-4342-968c-57d6e9435909" providerId="ADAL" clId="{E0A5B84A-E0AB-4395-889A-CFFEDFE2B4A9}" dt="2021-03-26T16:17:24.232" v="119" actId="1076"/>
          <ac:picMkLst>
            <pc:docMk/>
            <pc:sldMk cId="1632976832" sldId="262"/>
            <ac:picMk id="14" creationId="{1B710FDC-0133-45F1-9555-633C937D048F}"/>
          </ac:picMkLst>
        </pc:picChg>
        <pc:picChg chg="add mod ord">
          <ac:chgData name="Александър Ниелс Борис  Клингенберг" userId="cd3569e4-5ca8-4342-968c-57d6e9435909" providerId="ADAL" clId="{E0A5B84A-E0AB-4395-889A-CFFEDFE2B4A9}" dt="2021-03-26T16:17:47.613" v="130" actId="14100"/>
          <ac:picMkLst>
            <pc:docMk/>
            <pc:sldMk cId="1632976832" sldId="262"/>
            <ac:picMk id="16" creationId="{F540DEB4-E0AF-4BC6-85B7-729100BFBF58}"/>
          </ac:picMkLst>
        </pc:picChg>
      </pc:sldChg>
      <pc:sldChg chg="addSp delSp modSp mod">
        <pc:chgData name="Александър Ниелс Борис  Клингенберг" userId="cd3569e4-5ca8-4342-968c-57d6e9435909" providerId="ADAL" clId="{E0A5B84A-E0AB-4395-889A-CFFEDFE2B4A9}" dt="2021-03-26T16:12:05.911" v="54" actId="1076"/>
        <pc:sldMkLst>
          <pc:docMk/>
          <pc:sldMk cId="3698183062" sldId="264"/>
        </pc:sldMkLst>
        <pc:spChg chg="del">
          <ac:chgData name="Александър Ниелс Борис  Клингенберг" userId="cd3569e4-5ca8-4342-968c-57d6e9435909" providerId="ADAL" clId="{E0A5B84A-E0AB-4395-889A-CFFEDFE2B4A9}" dt="2021-03-26T16:11:35.573" v="42" actId="478"/>
          <ac:spMkLst>
            <pc:docMk/>
            <pc:sldMk cId="3698183062" sldId="264"/>
            <ac:spMk id="2" creationId="{2FD21007-CB5C-4A08-B66F-F5715524E9A9}"/>
          </ac:spMkLst>
        </pc:spChg>
        <pc:spChg chg="add mod">
          <ac:chgData name="Александър Ниелс Борис  Клингенберг" userId="cd3569e4-5ca8-4342-968c-57d6e9435909" providerId="ADAL" clId="{E0A5B84A-E0AB-4395-889A-CFFEDFE2B4A9}" dt="2021-03-26T16:11:35.573" v="42" actId="478"/>
          <ac:spMkLst>
            <pc:docMk/>
            <pc:sldMk cId="3698183062" sldId="264"/>
            <ac:spMk id="5" creationId="{839A6177-4287-476B-AE57-C314C72455B8}"/>
          </ac:spMkLst>
        </pc:spChg>
        <pc:picChg chg="add mod">
          <ac:chgData name="Александър Ниелс Борис  Клингенберг" userId="cd3569e4-5ca8-4342-968c-57d6e9435909" providerId="ADAL" clId="{E0A5B84A-E0AB-4395-889A-CFFEDFE2B4A9}" dt="2021-03-26T16:12:03.570" v="53" actId="1076"/>
          <ac:picMkLst>
            <pc:docMk/>
            <pc:sldMk cId="3698183062" sldId="264"/>
            <ac:picMk id="6" creationId="{86FE4FD4-9076-4652-B182-D550FF34FB15}"/>
          </ac:picMkLst>
        </pc:picChg>
        <pc:picChg chg="add mod">
          <ac:chgData name="Александър Ниелс Борис  Клингенберг" userId="cd3569e4-5ca8-4342-968c-57d6e9435909" providerId="ADAL" clId="{E0A5B84A-E0AB-4395-889A-CFFEDFE2B4A9}" dt="2021-03-26T16:12:05.911" v="54" actId="1076"/>
          <ac:picMkLst>
            <pc:docMk/>
            <pc:sldMk cId="3698183062" sldId="264"/>
            <ac:picMk id="7" creationId="{438106A8-CCB6-4F85-B6BE-8F167457AE53}"/>
          </ac:picMkLst>
        </pc:picChg>
        <pc:picChg chg="add mod">
          <ac:chgData name="Александър Ниелс Борис  Клингенберг" userId="cd3569e4-5ca8-4342-968c-57d6e9435909" providerId="ADAL" clId="{E0A5B84A-E0AB-4395-889A-CFFEDFE2B4A9}" dt="2021-03-26T16:12:01.245" v="52" actId="1076"/>
          <ac:picMkLst>
            <pc:docMk/>
            <pc:sldMk cId="3698183062" sldId="264"/>
            <ac:picMk id="8" creationId="{0D776D3E-004F-4AA4-A5A7-9EF51180BFD9}"/>
          </ac:picMkLst>
        </pc:picChg>
      </pc:sldChg>
      <pc:sldChg chg="new del">
        <pc:chgData name="Александър Ниелс Борис  Клингенберг" userId="cd3569e4-5ca8-4342-968c-57d6e9435909" providerId="ADAL" clId="{E0A5B84A-E0AB-4395-889A-CFFEDFE2B4A9}" dt="2021-03-26T16:19:07.076" v="137" actId="47"/>
        <pc:sldMkLst>
          <pc:docMk/>
          <pc:sldMk cId="2567391761" sldId="266"/>
        </pc:sldMkLst>
      </pc:sldChg>
      <pc:sldChg chg="delSp add mod">
        <pc:chgData name="Александър Ниелс Борис  Клингенберг" userId="cd3569e4-5ca8-4342-968c-57d6e9435909" providerId="ADAL" clId="{E0A5B84A-E0AB-4395-889A-CFFEDFE2B4A9}" dt="2021-03-26T16:19:19.920" v="138" actId="478"/>
        <pc:sldMkLst>
          <pc:docMk/>
          <pc:sldMk cId="2109469408" sldId="267"/>
        </pc:sldMkLst>
        <pc:picChg chg="del">
          <ac:chgData name="Александър Ниелс Борис  Клингенберг" userId="cd3569e4-5ca8-4342-968c-57d6e9435909" providerId="ADAL" clId="{E0A5B84A-E0AB-4395-889A-CFFEDFE2B4A9}" dt="2021-03-26T16:19:19.920" v="138" actId="478"/>
          <ac:picMkLst>
            <pc:docMk/>
            <pc:sldMk cId="2109469408" sldId="267"/>
            <ac:picMk id="7" creationId="{440239FE-6D57-48F7-8D76-7C9C476E406C}"/>
          </ac:picMkLst>
        </pc:picChg>
        <pc:picChg chg="del">
          <ac:chgData name="Александър Ниелс Борис  Клингенберг" userId="cd3569e4-5ca8-4342-968c-57d6e9435909" providerId="ADAL" clId="{E0A5B84A-E0AB-4395-889A-CFFEDFE2B4A9}" dt="2021-03-26T16:19:19.920" v="138" actId="478"/>
          <ac:picMkLst>
            <pc:docMk/>
            <pc:sldMk cId="2109469408" sldId="267"/>
            <ac:picMk id="13" creationId="{B8FC7C02-8E92-4B0A-B640-0BBC858DE77D}"/>
          </ac:picMkLst>
        </pc:picChg>
      </pc:sldChg>
    </pc:docChg>
  </pc:docChgLst>
  <pc:docChgLst>
    <pc:chgData name="Ивелин Георгиев Василев" userId="S::igvasilev19@codingburgas.bg::97a4a295-bfda-4179-8be0-a6c89f3304c7" providerId="AD" clId="Web-{B40663DF-C88A-46D5-8616-62312B8011F6}"/>
    <pc:docChg chg="modSld">
      <pc:chgData name="Ивелин Георгиев Василев" userId="S::igvasilev19@codingburgas.bg::97a4a295-bfda-4179-8be0-a6c89f3304c7" providerId="AD" clId="Web-{B40663DF-C88A-46D5-8616-62312B8011F6}" dt="2021-03-26T16:14:32.523" v="42" actId="1076"/>
      <pc:docMkLst>
        <pc:docMk/>
      </pc:docMkLst>
      <pc:sldChg chg="addSp delSp modSp mod setBg">
        <pc:chgData name="Ивелин Георгиев Василев" userId="S::igvasilev19@codingburgas.bg::97a4a295-bfda-4179-8be0-a6c89f3304c7" providerId="AD" clId="Web-{B40663DF-C88A-46D5-8616-62312B8011F6}" dt="2021-03-26T16:14:32.523" v="42" actId="1076"/>
        <pc:sldMkLst>
          <pc:docMk/>
          <pc:sldMk cId="3698183062" sldId="264"/>
        </pc:sldMkLst>
        <pc:spChg chg="mod">
          <ac:chgData name="Ивелин Георгиев Василев" userId="S::igvasilev19@codingburgas.bg::97a4a295-bfda-4179-8be0-a6c89f3304c7" providerId="AD" clId="Web-{B40663DF-C88A-46D5-8616-62312B8011F6}" dt="2021-03-26T16:09:08.858" v="1" actId="1076"/>
          <ac:spMkLst>
            <pc:docMk/>
            <pc:sldMk cId="3698183062" sldId="264"/>
            <ac:spMk id="2" creationId="{2FD21007-CB5C-4A08-B66F-F5715524E9A9}"/>
          </ac:spMkLst>
        </pc:spChg>
        <pc:spChg chg="mod">
          <ac:chgData name="Ивелин Георгиев Василев" userId="S::igvasilev19@codingburgas.bg::97a4a295-bfda-4179-8be0-a6c89f3304c7" providerId="AD" clId="Web-{B40663DF-C88A-46D5-8616-62312B8011F6}" dt="2021-03-26T16:14:32.523" v="42" actId="1076"/>
          <ac:spMkLst>
            <pc:docMk/>
            <pc:sldMk cId="3698183062" sldId="264"/>
            <ac:spMk id="5" creationId="{839A6177-4287-476B-AE57-C314C72455B8}"/>
          </ac:spMkLst>
        </pc:spChg>
        <pc:picChg chg="add del mod">
          <ac:chgData name="Ивелин Георгиев Василев" userId="S::igvasilev19@codingburgas.bg::97a4a295-bfda-4179-8be0-a6c89f3304c7" providerId="AD" clId="Web-{B40663DF-C88A-46D5-8616-62312B8011F6}" dt="2021-03-26T16:11:29.815" v="14"/>
          <ac:picMkLst>
            <pc:docMk/>
            <pc:sldMk cId="3698183062" sldId="264"/>
            <ac:picMk id="3" creationId="{9E5D8DBB-F9FD-48B6-B5BA-4FF71220F924}"/>
          </ac:picMkLst>
        </pc:picChg>
        <pc:picChg chg="mod">
          <ac:chgData name="Ивелин Георгиев Василев" userId="S::igvasilev19@codingburgas.bg::97a4a295-bfda-4179-8be0-a6c89f3304c7" providerId="AD" clId="Web-{B40663DF-C88A-46D5-8616-62312B8011F6}" dt="2021-03-26T16:14:08.913" v="39" actId="1076"/>
          <ac:picMkLst>
            <pc:docMk/>
            <pc:sldMk cId="3698183062" sldId="264"/>
            <ac:picMk id="6" creationId="{86FE4FD4-9076-4652-B182-D550FF34FB15}"/>
          </ac:picMkLst>
        </pc:picChg>
        <pc:picChg chg="mod">
          <ac:chgData name="Ивелин Георгиев Василев" userId="S::igvasilev19@codingburgas.bg::97a4a295-bfda-4179-8be0-a6c89f3304c7" providerId="AD" clId="Web-{B40663DF-C88A-46D5-8616-62312B8011F6}" dt="2021-03-26T16:14:12.850" v="40" actId="1076"/>
          <ac:picMkLst>
            <pc:docMk/>
            <pc:sldMk cId="3698183062" sldId="264"/>
            <ac:picMk id="7" creationId="{438106A8-CCB6-4F85-B6BE-8F167457AE53}"/>
          </ac:picMkLst>
        </pc:picChg>
        <pc:picChg chg="mod">
          <ac:chgData name="Ивелин Георгиев Василев" userId="S::igvasilev19@codingburgas.bg::97a4a295-bfda-4179-8be0-a6c89f3304c7" providerId="AD" clId="Web-{B40663DF-C88A-46D5-8616-62312B8011F6}" dt="2021-03-26T16:14:21.272" v="41" actId="1076"/>
          <ac:picMkLst>
            <pc:docMk/>
            <pc:sldMk cId="3698183062" sldId="264"/>
            <ac:picMk id="8" creationId="{0D776D3E-004F-4AA4-A5A7-9EF51180BFD9}"/>
          </ac:picMkLst>
        </pc:picChg>
      </pc:sldChg>
    </pc:docChg>
  </pc:docChgLst>
  <pc:docChgLst>
    <pc:chgData name="Ивелин Георгиев Василев" userId="S::igvasilev19@codingburgas.bg::97a4a295-bfda-4179-8be0-a6c89f3304c7" providerId="AD" clId="Web-{DBAB36F3-A498-4356-AEE4-42A7DBD7CE62}"/>
    <pc:docChg chg="addSld modSld sldOrd">
      <pc:chgData name="Ивелин Георгиев Василев" userId="S::igvasilev19@codingburgas.bg::97a4a295-bfda-4179-8be0-a6c89f3304c7" providerId="AD" clId="Web-{DBAB36F3-A498-4356-AEE4-42A7DBD7CE62}" dt="2021-03-26T16:07:14.722" v="22" actId="1076"/>
      <pc:docMkLst>
        <pc:docMk/>
      </pc:docMkLst>
      <pc:sldChg chg="delSp modSp new ord">
        <pc:chgData name="Ивелин Георгиев Василев" userId="S::igvasilev19@codingburgas.bg::97a4a295-bfda-4179-8be0-a6c89f3304c7" providerId="AD" clId="Web-{DBAB36F3-A498-4356-AEE4-42A7DBD7CE62}" dt="2021-03-26T16:07:14.722" v="22" actId="1076"/>
        <pc:sldMkLst>
          <pc:docMk/>
          <pc:sldMk cId="3698183062" sldId="264"/>
        </pc:sldMkLst>
        <pc:spChg chg="mod">
          <ac:chgData name="Ивелин Георгиев Василев" userId="S::igvasilev19@codingburgas.bg::97a4a295-bfda-4179-8be0-a6c89f3304c7" providerId="AD" clId="Web-{DBAB36F3-A498-4356-AEE4-42A7DBD7CE62}" dt="2021-03-26T16:07:14.722" v="22" actId="1076"/>
          <ac:spMkLst>
            <pc:docMk/>
            <pc:sldMk cId="3698183062" sldId="264"/>
            <ac:spMk id="2" creationId="{2FD21007-CB5C-4A08-B66F-F5715524E9A9}"/>
          </ac:spMkLst>
        </pc:spChg>
        <pc:spChg chg="del mod">
          <ac:chgData name="Ивелин Георгиев Василев" userId="S::igvasilev19@codingburgas.bg::97a4a295-bfda-4179-8be0-a6c89f3304c7" providerId="AD" clId="Web-{DBAB36F3-A498-4356-AEE4-42A7DBD7CE62}" dt="2021-03-26T16:06:50.690" v="17"/>
          <ac:spMkLst>
            <pc:docMk/>
            <pc:sldMk cId="3698183062" sldId="264"/>
            <ac:spMk id="3" creationId="{34347FD4-06B6-4004-998F-8FD21195F7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D25-4D7A-4D7B-9E20-3D9C11BFF95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EC179-2656-4AE4-9BF8-825842A52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1133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EC179-2656-4AE4-9BF8-825842A52AC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7415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EC179-2656-4AE4-9BF8-825842A52AC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77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2E3F-8FBA-44B6-86AD-A32998D1C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09932-F627-4C9F-8223-AFE9FF3D4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CC2E6-30D9-4C79-9A41-698B5C4E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FAA81-04D9-49AA-9872-C4030AD9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4DB64-3A1A-464E-A6BC-861DFAF9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092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0EC1-7D5B-4ADD-B909-0AFC1B22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DA71F-0A3D-4A71-99BA-616C9D6CE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34B68-0D78-4D29-8B10-405165D9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976B0-5034-4FCE-B7E2-29882CF5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D51C0-9A7C-47C5-9CCF-0683FCBB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69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551B-F590-45E3-9A71-40F042C8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6B0F9-6B4E-4A37-A373-3E3A10DD1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BF335-10F1-4D9C-A97E-5C23DE4F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6DE8E-27B3-4FCA-AFDF-C29E5E72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B9D7-9E08-4DC9-8956-66605DA8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409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DB39-8D5E-45D5-BB3B-4D203325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F11D0-8F3C-4FC9-99A7-459974CC4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BF3F9-8025-4905-93A3-7CC7ADDC7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C2AE0-9992-41EC-ADFC-B817595C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088D3-4014-4D8A-A63F-2E08314A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55730-AF62-43CF-97FD-A388A255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116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8F63-16AE-4A44-B255-8C07527B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4E261-6BA5-4419-90FB-729556E60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01E77-CD78-495F-8828-BBEE740B5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F3B10-3E54-4625-9E5B-CCE107DE3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82520-77B3-44DD-A6EA-58C3D57CE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96FA7-9863-4B0B-A622-926368E9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FFA34-5249-4BBD-9022-699CA188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CA364-A6B5-4A62-B222-1A4B5C89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92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558E-41C4-4B80-B294-C165BF62B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2E730-8B79-474F-B4FC-4FFA74E7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1DC25-FF6C-44A6-B55B-35E67FBE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2DFCF-0528-4E48-9CD7-0BF39BA4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973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248AF-711D-4CF9-AA78-85E0075F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12010-0BE5-44DC-BFF2-BBBDCF52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EA24D-ABFE-4BDA-A900-90D1C7581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31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E746F-284B-43BF-9698-9AB0AE4B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DC953-F885-4F56-A069-7F612D0F9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27FDE-B014-49CD-9531-354408E86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A5820-0CA6-493C-8DCC-20B2DFA79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D5BD-9C06-4305-86A1-88B792F8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4D6BC-BB99-46CA-B3C0-CBB9F102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329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0330A-23F1-4604-BECE-269E3A93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30571C-7B45-405C-B987-0A7B516FD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4B6AA-3C86-4807-A8B5-169DB9716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C629D-DAD0-40C3-BBC1-C52B7FB5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1F788-96DD-4F45-ADF2-53A0F3A82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D51E-FB23-4158-B9FA-938AB168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A674-8422-4405-9227-2721CEF6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FCB3B-830E-4550-8894-F2D5BA225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4E95E-1E8B-4227-B1D0-19EE6AB3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35D66-1EB0-49DF-9137-54CD1132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6C981-37AE-40BB-8761-51CE9008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11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27CF6-4372-4F7D-A6AE-10921E50F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76AAF-9BE8-47B0-A71F-186597235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73E0-BF38-4F60-9205-8CA5780E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66CC8-97DB-40D9-AA4E-87308C4C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576B3-074F-4678-BD6F-C4116635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62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BCE89-BB5A-4A38-93EE-01D8B6D4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B3837-53F6-4DA1-830D-C76902B69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3A8B4-E9E8-4413-9187-A9E35D360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22F5F-2F16-46F8-94DD-852054A9E386}" type="datetimeFigureOut">
              <a:rPr lang="de-DE" smtClean="0"/>
              <a:t>26.03.2021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A0377-54C9-4395-B10F-EF40D813E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0021A-2C1E-419B-A8A3-4B8F7D6EF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D2A0E-9428-423C-B359-B692490C137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21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jpeg"/><Relationship Id="rId7" Type="http://schemas.openxmlformats.org/officeDocument/2006/relationships/image" Target="../media/image2.png"/><Relationship Id="rId12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11" Type="http://schemas.openxmlformats.org/officeDocument/2006/relationships/image" Target="../media/image12.png"/><Relationship Id="rId5" Type="http://schemas.openxmlformats.org/officeDocument/2006/relationships/image" Target="../media/image9.jpeg"/><Relationship Id="rId10" Type="http://schemas.openxmlformats.org/officeDocument/2006/relationships/image" Target="../media/image11.png"/><Relationship Id="rId4" Type="http://schemas.openxmlformats.org/officeDocument/2006/relationships/image" Target="../media/image8.jpe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jpeg"/><Relationship Id="rId7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3.png"/><Relationship Id="rId5" Type="http://schemas.openxmlformats.org/officeDocument/2006/relationships/image" Target="../media/image10.jpeg"/><Relationship Id="rId10" Type="http://schemas.openxmlformats.org/officeDocument/2006/relationships/image" Target="../media/image12.png"/><Relationship Id="rId4" Type="http://schemas.openxmlformats.org/officeDocument/2006/relationships/image" Target="../media/image9.jpe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FAD67448-6DCB-4174-B66F-842BE04E7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DF5DE7-B91F-49F0-AC0F-351A2ED41BA3}"/>
              </a:ext>
            </a:extLst>
          </p:cNvPr>
          <p:cNvSpPr/>
          <p:nvPr/>
        </p:nvSpPr>
        <p:spPr>
          <a:xfrm>
            <a:off x="4545367" y="4364413"/>
            <a:ext cx="3133817" cy="713614"/>
          </a:xfrm>
          <a:prstGeom prst="rect">
            <a:avLst/>
          </a:prstGeom>
          <a:solidFill>
            <a:srgbClr val="84F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9A6177-4287-476B-AE57-C314C724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25" y="4152078"/>
            <a:ext cx="4409340" cy="1025040"/>
          </a:xfrm>
        </p:spPr>
        <p:txBody>
          <a:bodyPr>
            <a:noAutofit/>
          </a:bodyPr>
          <a:lstStyle/>
          <a:p>
            <a:r>
              <a:rPr lang="de-DE" sz="8000" dirty="0">
                <a:solidFill>
                  <a:schemeClr val="accent1">
                    <a:lumMod val="50000"/>
                  </a:schemeClr>
                </a:solidFill>
                <a:latin typeface="Oswald"/>
                <a:cs typeface="Calibri Light"/>
              </a:rPr>
              <a:t>DRIVEY</a:t>
            </a:r>
            <a:endParaRPr lang="de-DE" sz="8000" dirty="0">
              <a:solidFill>
                <a:schemeClr val="accent1">
                  <a:lumMod val="50000"/>
                </a:schemeClr>
              </a:solidFill>
              <a:latin typeface="Oswa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E4FD4-9076-4652-B182-D550FF34FB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1958" b="30355"/>
          <a:stretch/>
        </p:blipFill>
        <p:spPr>
          <a:xfrm>
            <a:off x="5050220" y="1158058"/>
            <a:ext cx="2091559" cy="1819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106A8-CCB6-4F85-B6BE-8F167457A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400" y="3073274"/>
            <a:ext cx="2195198" cy="526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776D3E-004F-4AA4-A5A7-9EF51180B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6006" y="1289405"/>
            <a:ext cx="1299988" cy="46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83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012BB5AC-3741-4E4A-8873-6260158B14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ACC9957-387E-491F-9817-B6EAA96D110E}"/>
              </a:ext>
            </a:extLst>
          </p:cNvPr>
          <p:cNvSpPr/>
          <p:nvPr/>
        </p:nvSpPr>
        <p:spPr>
          <a:xfrm>
            <a:off x="4409490" y="963293"/>
            <a:ext cx="3405100" cy="468971"/>
          </a:xfrm>
          <a:prstGeom prst="rect">
            <a:avLst/>
          </a:prstGeom>
          <a:solidFill>
            <a:srgbClr val="84F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FE8B1-5E68-49EA-A619-939487D22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7674"/>
            <a:ext cx="9143999" cy="927184"/>
          </a:xfrm>
        </p:spPr>
        <p:txBody>
          <a:bodyPr>
            <a:normAutofit/>
          </a:bodyPr>
          <a:lstStyle/>
          <a:p>
            <a:r>
              <a:rPr lang="bg-BG" sz="5400" dirty="0">
                <a:solidFill>
                  <a:schemeClr val="accent1">
                    <a:lumMod val="50000"/>
                  </a:schemeClr>
                </a:solidFill>
                <a:latin typeface="Oswald"/>
                <a:ea typeface="+mn-ea"/>
                <a:cs typeface="+mn-cs"/>
              </a:rPr>
              <a:t>Съдържание</a:t>
            </a:r>
            <a:endParaRPr lang="en-US" sz="5400" dirty="0">
              <a:solidFill>
                <a:schemeClr val="accent1">
                  <a:lumMod val="50000"/>
                </a:schemeClr>
              </a:solidFill>
              <a:latin typeface="Oswald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691A2-1527-46BD-971D-5ADBD1E34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1305" y="2249906"/>
            <a:ext cx="4074695" cy="2133599"/>
          </a:xfrm>
        </p:spPr>
        <p:txBody>
          <a:bodyPr/>
          <a:lstStyle/>
          <a:p>
            <a:r>
              <a:rPr lang="bg-BG" sz="6000" dirty="0">
                <a:solidFill>
                  <a:schemeClr val="accent1">
                    <a:lumMod val="50000"/>
                  </a:schemeClr>
                </a:solidFill>
                <a:latin typeface="Oswald"/>
                <a:sym typeface="Oswald"/>
              </a:rPr>
              <a:t>01</a:t>
            </a:r>
          </a:p>
          <a:p>
            <a:r>
              <a:rPr lang="bg-BG" sz="2800" dirty="0">
                <a:solidFill>
                  <a:schemeClr val="accent1">
                    <a:lumMod val="50000"/>
                  </a:schemeClr>
                </a:solidFill>
              </a:rPr>
              <a:t>Отбор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3DBF912-831E-41A2-9603-8139BE212433}"/>
              </a:ext>
            </a:extLst>
          </p:cNvPr>
          <p:cNvSpPr txBox="1">
            <a:spLocks/>
          </p:cNvSpPr>
          <p:nvPr/>
        </p:nvSpPr>
        <p:spPr>
          <a:xfrm>
            <a:off x="2021304" y="4118811"/>
            <a:ext cx="4074695" cy="213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6000">
                <a:solidFill>
                  <a:schemeClr val="accent1">
                    <a:lumMod val="50000"/>
                  </a:schemeClr>
                </a:solidFill>
                <a:latin typeface="Oswald"/>
              </a:rPr>
              <a:t>02</a:t>
            </a:r>
          </a:p>
          <a:p>
            <a:r>
              <a:rPr lang="bg-BG" sz="2800">
                <a:solidFill>
                  <a:schemeClr val="accent1">
                    <a:lumMod val="50000"/>
                  </a:schemeClr>
                </a:solidFill>
              </a:rPr>
              <a:t>Приложение</a:t>
            </a:r>
            <a:endParaRPr lang="en-US" sz="28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15D7E8-4FA6-42F1-ADC0-EB62A2FB4416}"/>
              </a:ext>
            </a:extLst>
          </p:cNvPr>
          <p:cNvSpPr txBox="1">
            <a:spLocks/>
          </p:cNvSpPr>
          <p:nvPr/>
        </p:nvSpPr>
        <p:spPr>
          <a:xfrm>
            <a:off x="6096000" y="2249906"/>
            <a:ext cx="4074695" cy="213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6000" dirty="0">
                <a:solidFill>
                  <a:schemeClr val="accent1">
                    <a:lumMod val="50000"/>
                  </a:schemeClr>
                </a:solidFill>
                <a:latin typeface="Oswald"/>
              </a:rPr>
              <a:t>03</a:t>
            </a:r>
          </a:p>
          <a:p>
            <a:r>
              <a:rPr lang="bg-BG" sz="2800" dirty="0">
                <a:solidFill>
                  <a:schemeClr val="accent1">
                    <a:lumMod val="50000"/>
                  </a:schemeClr>
                </a:solidFill>
              </a:rPr>
              <a:t>Цел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5D6FC4-B79A-41F0-9F35-E741BDC0C353}"/>
              </a:ext>
            </a:extLst>
          </p:cNvPr>
          <p:cNvSpPr txBox="1">
            <a:spLocks/>
          </p:cNvSpPr>
          <p:nvPr/>
        </p:nvSpPr>
        <p:spPr>
          <a:xfrm>
            <a:off x="6095999" y="4118811"/>
            <a:ext cx="4074695" cy="213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6000">
                <a:solidFill>
                  <a:schemeClr val="accent1">
                    <a:lumMod val="50000"/>
                  </a:schemeClr>
                </a:solidFill>
                <a:latin typeface="Oswald"/>
              </a:rPr>
              <a:t>04</a:t>
            </a:r>
          </a:p>
          <a:p>
            <a:r>
              <a:rPr lang="bg-BG" sz="2800">
                <a:solidFill>
                  <a:schemeClr val="accent1">
                    <a:lumMod val="50000"/>
                  </a:schemeClr>
                </a:solidFill>
              </a:rPr>
              <a:t>Реализация</a:t>
            </a:r>
            <a:endParaRPr lang="en-US" sz="280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77F500-B563-457F-BA62-F5019818F503}"/>
              </a:ext>
            </a:extLst>
          </p:cNvPr>
          <p:cNvCxnSpPr/>
          <p:nvPr/>
        </p:nvCxnSpPr>
        <p:spPr>
          <a:xfrm>
            <a:off x="6095999" y="2005263"/>
            <a:ext cx="0" cy="1439779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25CDE1-0BC3-43C9-8D8C-C03CBEFB03A9}"/>
              </a:ext>
            </a:extLst>
          </p:cNvPr>
          <p:cNvCxnSpPr/>
          <p:nvPr/>
        </p:nvCxnSpPr>
        <p:spPr>
          <a:xfrm>
            <a:off x="6112040" y="4118811"/>
            <a:ext cx="0" cy="1439779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0956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1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6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/>
      <p:bldP spid="3" grpId="0" uiExpand="1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7DE9C881-562D-42C9-8374-4113C1F14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EE8712-9FF2-45A3-8B6C-A3AA591BAA24}"/>
              </a:ext>
            </a:extLst>
          </p:cNvPr>
          <p:cNvSpPr txBox="1"/>
          <p:nvPr/>
        </p:nvSpPr>
        <p:spPr>
          <a:xfrm>
            <a:off x="1768533" y="1983547"/>
            <a:ext cx="8654933" cy="2932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053B5C"/>
                </a:solidFill>
                <a:latin typeface="Oswald"/>
              </a:rPr>
              <a:t>Александър Клингенберг - </a:t>
            </a:r>
            <a:r>
              <a:rPr lang="en-US" sz="2400" dirty="0">
                <a:solidFill>
                  <a:srgbClr val="053B5C"/>
                </a:solidFill>
                <a:latin typeface="Oswald"/>
              </a:rPr>
              <a:t>Application </a:t>
            </a:r>
            <a:r>
              <a:rPr lang="en-US" sz="2400" dirty="0" err="1">
                <a:solidFill>
                  <a:srgbClr val="053B5C"/>
                </a:solidFill>
                <a:latin typeface="Oswald"/>
              </a:rPr>
              <a:t>designe</a:t>
            </a:r>
            <a:r>
              <a:rPr lang="de-DE" sz="2400" dirty="0">
                <a:solidFill>
                  <a:srgbClr val="053B5C"/>
                </a:solidFill>
                <a:latin typeface="Oswald"/>
              </a:rPr>
              <a:t>r</a:t>
            </a:r>
            <a:endParaRPr lang="en-US" sz="2400" dirty="0">
              <a:solidFill>
                <a:srgbClr val="053B5C"/>
              </a:solidFill>
              <a:latin typeface="Oswald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053B5C"/>
                </a:solidFill>
                <a:latin typeface="Oswald"/>
              </a:rPr>
              <a:t>Ивелин Василев</a:t>
            </a:r>
            <a:r>
              <a:rPr lang="en-US" sz="2400" dirty="0">
                <a:solidFill>
                  <a:srgbClr val="053B5C"/>
                </a:solidFill>
                <a:latin typeface="Oswald"/>
              </a:rPr>
              <a:t> - Leader</a:t>
            </a:r>
            <a:endParaRPr lang="bg-BG" sz="2400" dirty="0">
              <a:solidFill>
                <a:srgbClr val="053B5C"/>
              </a:solidFill>
              <a:latin typeface="Oswald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053B5C"/>
                </a:solidFill>
                <a:latin typeface="Oswald"/>
              </a:rPr>
              <a:t>Теодор Османлиев</a:t>
            </a:r>
            <a:r>
              <a:rPr lang="de-DE" sz="2400" dirty="0">
                <a:solidFill>
                  <a:srgbClr val="053B5C"/>
                </a:solidFill>
                <a:latin typeface="Oswald"/>
              </a:rPr>
              <a:t> </a:t>
            </a:r>
            <a:r>
              <a:rPr lang="en-US" sz="2400" dirty="0">
                <a:solidFill>
                  <a:srgbClr val="053B5C"/>
                </a:solidFill>
                <a:latin typeface="Oswald"/>
              </a:rPr>
              <a:t>- Data and Machine Learning Designer</a:t>
            </a:r>
            <a:endParaRPr lang="bg-BG" sz="2400" dirty="0">
              <a:solidFill>
                <a:srgbClr val="053B5C"/>
              </a:solidFill>
              <a:latin typeface="Oswald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bg-BG" sz="2400" dirty="0">
                <a:solidFill>
                  <a:srgbClr val="053B5C"/>
                </a:solidFill>
                <a:latin typeface="Oswald"/>
              </a:rPr>
              <a:t>Тереза Опанска - </a:t>
            </a:r>
            <a:r>
              <a:rPr lang="en-US" sz="2400" dirty="0">
                <a:solidFill>
                  <a:srgbClr val="053B5C"/>
                </a:solidFill>
                <a:latin typeface="Oswald"/>
              </a:rPr>
              <a:t>Deep learning designer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9A28E8-47D9-40C1-B27A-9585C7083333}"/>
              </a:ext>
            </a:extLst>
          </p:cNvPr>
          <p:cNvSpPr txBox="1">
            <a:spLocks/>
          </p:cNvSpPr>
          <p:nvPr/>
        </p:nvSpPr>
        <p:spPr>
          <a:xfrm>
            <a:off x="73887" y="98377"/>
            <a:ext cx="1375706" cy="1452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6000" dirty="0">
                <a:solidFill>
                  <a:schemeClr val="accent1">
                    <a:lumMod val="50000"/>
                  </a:schemeClr>
                </a:solidFill>
                <a:latin typeface="Oswald"/>
                <a:sym typeface="Oswald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909BED-BC1D-4E6B-93B1-924DC3951B40}"/>
              </a:ext>
            </a:extLst>
          </p:cNvPr>
          <p:cNvSpPr/>
          <p:nvPr/>
        </p:nvSpPr>
        <p:spPr>
          <a:xfrm>
            <a:off x="5272247" y="717755"/>
            <a:ext cx="1548549" cy="548038"/>
          </a:xfrm>
          <a:prstGeom prst="rect">
            <a:avLst/>
          </a:prstGeom>
          <a:solidFill>
            <a:srgbClr val="84F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71AABE-159E-4367-96C6-B8953DF83110}"/>
              </a:ext>
            </a:extLst>
          </p:cNvPr>
          <p:cNvSpPr txBox="1"/>
          <p:nvPr/>
        </p:nvSpPr>
        <p:spPr>
          <a:xfrm>
            <a:off x="5195079" y="396140"/>
            <a:ext cx="2442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dirty="0">
                <a:solidFill>
                  <a:srgbClr val="053B5C"/>
                </a:solidFill>
                <a:latin typeface="Oswald"/>
                <a:sym typeface="Oswald"/>
              </a:rPr>
              <a:t>Отбор</a:t>
            </a:r>
            <a:endParaRPr lang="en-US" sz="6000" dirty="0">
              <a:solidFill>
                <a:srgbClr val="053B5C"/>
              </a:solidFill>
              <a:latin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26329928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Chart, scatter chart&#10;&#10;Description automatically generated">
            <a:extLst>
              <a:ext uri="{FF2B5EF4-FFF2-40B4-BE49-F238E27FC236}">
                <a16:creationId xmlns:a16="http://schemas.microsoft.com/office/drawing/2014/main" id="{98B19061-841D-4751-BDB4-7F5B46F19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7" name="Picture 46" descr="Chart, scatter chart&#10;&#10;Description automatically generated">
            <a:extLst>
              <a:ext uri="{FF2B5EF4-FFF2-40B4-BE49-F238E27FC236}">
                <a16:creationId xmlns:a16="http://schemas.microsoft.com/office/drawing/2014/main" id="{53B9C223-6AC5-416C-A20C-FC5FE4B59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4" y="0"/>
            <a:ext cx="12192000" cy="6858000"/>
          </a:xfrm>
          <a:prstGeom prst="rect">
            <a:avLst/>
          </a:prstGeom>
        </p:spPr>
      </p:pic>
      <p:pic>
        <p:nvPicPr>
          <p:cNvPr id="23" name="Picture 22" descr="Chart, scatter chart&#10;&#10;Description automatically generated">
            <a:extLst>
              <a:ext uri="{FF2B5EF4-FFF2-40B4-BE49-F238E27FC236}">
                <a16:creationId xmlns:a16="http://schemas.microsoft.com/office/drawing/2014/main" id="{1E342EE4-7F86-4E15-A91D-1A95AF199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67589" y="2197507"/>
            <a:ext cx="4904507" cy="2449141"/>
          </a:xfrm>
          <a:prstGeom prst="rect">
            <a:avLst/>
          </a:prstGeom>
        </p:spPr>
      </p:pic>
      <p:pic>
        <p:nvPicPr>
          <p:cNvPr id="14" name="Picture 13" descr="Map&#10;&#10;Description automatically generated with medium confidence">
            <a:extLst>
              <a:ext uri="{FF2B5EF4-FFF2-40B4-BE49-F238E27FC236}">
                <a16:creationId xmlns:a16="http://schemas.microsoft.com/office/drawing/2014/main" id="{590AD186-1824-477C-82BF-6C9960E2D5C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" r="2296" b="73725"/>
          <a:stretch/>
        </p:blipFill>
        <p:spPr>
          <a:xfrm>
            <a:off x="4895272" y="4779266"/>
            <a:ext cx="2493819" cy="1242844"/>
          </a:xfrm>
          <a:prstGeom prst="rect">
            <a:avLst/>
          </a:prstGeom>
        </p:spPr>
      </p:pic>
      <p:pic>
        <p:nvPicPr>
          <p:cNvPr id="18" name="Picture 17" descr="Shape&#10;&#10;Description automatically generated">
            <a:extLst>
              <a:ext uri="{FF2B5EF4-FFF2-40B4-BE49-F238E27FC236}">
                <a16:creationId xmlns:a16="http://schemas.microsoft.com/office/drawing/2014/main" id="{1CFFB882-3D28-41B4-AE5F-AAEE653402A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84" y="607639"/>
            <a:ext cx="3174031" cy="564272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B080FD3-85A8-4D6A-BFE2-69E776B02A6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1958" b="30355"/>
          <a:stretch/>
        </p:blipFill>
        <p:spPr>
          <a:xfrm>
            <a:off x="5284063" y="981876"/>
            <a:ext cx="1623872" cy="141242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C845FFB-66C9-4A35-A83C-9E69EDC3DC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673" y="2347716"/>
            <a:ext cx="1704337" cy="40877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F53A8D3-D062-4E4F-BEDB-BE3BCD6C42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1348" y="1147846"/>
            <a:ext cx="1009302" cy="3642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279F70-371D-403C-87B6-6A7B0346AC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0822" y="4122328"/>
            <a:ext cx="782717" cy="7843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D5E372-A325-4DC6-9B01-523E2DEB1E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5811" y="3512776"/>
            <a:ext cx="1704337" cy="54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F06AD6-9977-4E3C-8BB4-71001FE2A4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8909" y="2994500"/>
            <a:ext cx="1174181" cy="350725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4C3818F-D97C-4A01-962C-FFA8123CDC55}"/>
              </a:ext>
            </a:extLst>
          </p:cNvPr>
          <p:cNvSpPr txBox="1">
            <a:spLocks/>
          </p:cNvSpPr>
          <p:nvPr/>
        </p:nvSpPr>
        <p:spPr>
          <a:xfrm>
            <a:off x="73887" y="98377"/>
            <a:ext cx="1375706" cy="1452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6000">
                <a:solidFill>
                  <a:schemeClr val="accent1">
                    <a:lumMod val="50000"/>
                  </a:schemeClr>
                </a:solidFill>
                <a:latin typeface="Oswald"/>
                <a:sym typeface="Oswald"/>
              </a:rPr>
              <a:t>0</a:t>
            </a:r>
            <a:r>
              <a:rPr lang="en-US" sz="6000">
                <a:solidFill>
                  <a:schemeClr val="accent1">
                    <a:lumMod val="50000"/>
                  </a:schemeClr>
                </a:solidFill>
                <a:latin typeface="Oswald"/>
                <a:sym typeface="Oswald"/>
              </a:rPr>
              <a:t>2</a:t>
            </a:r>
            <a:endParaRPr lang="bg-BG" sz="6000">
              <a:solidFill>
                <a:schemeClr val="accent1">
                  <a:lumMod val="50000"/>
                </a:schemeClr>
              </a:solidFill>
              <a:latin typeface="Oswald"/>
              <a:sym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27398844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hart, scatter chart&#10;&#10;Description automatically generated">
            <a:extLst>
              <a:ext uri="{FF2B5EF4-FFF2-40B4-BE49-F238E27FC236}">
                <a16:creationId xmlns:a16="http://schemas.microsoft.com/office/drawing/2014/main" id="{37CBB4E5-01C0-4A5E-9AFC-C11679EC1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4" y="0"/>
            <a:ext cx="12192000" cy="6858000"/>
          </a:xfrm>
          <a:prstGeom prst="rect">
            <a:avLst/>
          </a:prstGeom>
        </p:spPr>
      </p:pic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307E6834-86E7-48AB-A95B-215B6CE14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66836" y="2204429"/>
            <a:ext cx="4904507" cy="2449141"/>
          </a:xfrm>
          <a:prstGeom prst="rect">
            <a:avLst/>
          </a:prstGeom>
        </p:spPr>
      </p:pic>
      <p:pic>
        <p:nvPicPr>
          <p:cNvPr id="11" name="Picture 10" descr="Map&#10;&#10;Description automatically generated with medium confidence">
            <a:extLst>
              <a:ext uri="{FF2B5EF4-FFF2-40B4-BE49-F238E27FC236}">
                <a16:creationId xmlns:a16="http://schemas.microsoft.com/office/drawing/2014/main" id="{D6BDB65A-57EB-49E1-841F-468E7E45FA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8" r="2441"/>
          <a:stretch/>
        </p:blipFill>
        <p:spPr>
          <a:xfrm>
            <a:off x="4876799" y="1306392"/>
            <a:ext cx="2484583" cy="4730125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extLst>
              <a:ext uri="{FF2B5EF4-FFF2-40B4-BE49-F238E27FC236}">
                <a16:creationId xmlns:a16="http://schemas.microsoft.com/office/drawing/2014/main" id="{E22970DA-3694-43BA-B3B9-62FA5E40F3F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84" y="607639"/>
            <a:ext cx="3174031" cy="564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50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E23E6CE6-50BB-4E8E-B97D-13BFA088E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4" y="0"/>
            <a:ext cx="12192000" cy="6858000"/>
          </a:xfrm>
          <a:prstGeom prst="rect">
            <a:avLst/>
          </a:prstGeom>
        </p:spPr>
      </p:pic>
      <p:pic>
        <p:nvPicPr>
          <p:cNvPr id="23" name="Picture 22" descr="Chart, scatter chart&#10;&#10;Description automatically generated">
            <a:extLst>
              <a:ext uri="{FF2B5EF4-FFF2-40B4-BE49-F238E27FC236}">
                <a16:creationId xmlns:a16="http://schemas.microsoft.com/office/drawing/2014/main" id="{1E342EE4-7F86-4E15-A91D-1A95AF199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67589" y="2197507"/>
            <a:ext cx="4904507" cy="2449141"/>
          </a:xfrm>
          <a:prstGeom prst="rect">
            <a:avLst/>
          </a:prstGeom>
        </p:spPr>
      </p:pic>
      <p:pic>
        <p:nvPicPr>
          <p:cNvPr id="14" name="Picture 13" descr="Map&#10;&#10;Description automatically generated with medium confidence">
            <a:extLst>
              <a:ext uri="{FF2B5EF4-FFF2-40B4-BE49-F238E27FC236}">
                <a16:creationId xmlns:a16="http://schemas.microsoft.com/office/drawing/2014/main" id="{590AD186-1824-477C-82BF-6C9960E2D5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" r="2296" b="73725"/>
          <a:stretch/>
        </p:blipFill>
        <p:spPr>
          <a:xfrm>
            <a:off x="4895272" y="4779266"/>
            <a:ext cx="2493819" cy="1242844"/>
          </a:xfrm>
          <a:prstGeom prst="rect">
            <a:avLst/>
          </a:prstGeom>
        </p:spPr>
      </p:pic>
      <p:pic>
        <p:nvPicPr>
          <p:cNvPr id="18" name="Picture 17" descr="Shape&#10;&#10;Description automatically generated">
            <a:extLst>
              <a:ext uri="{FF2B5EF4-FFF2-40B4-BE49-F238E27FC236}">
                <a16:creationId xmlns:a16="http://schemas.microsoft.com/office/drawing/2014/main" id="{1CFFB882-3D28-41B4-AE5F-AAEE653402A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84" y="607639"/>
            <a:ext cx="3174031" cy="5642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938B2A-772A-45D5-B774-2AA9577EF7B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1958" b="30355"/>
          <a:stretch/>
        </p:blipFill>
        <p:spPr>
          <a:xfrm>
            <a:off x="5284063" y="981876"/>
            <a:ext cx="1623872" cy="14124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833E3C-7061-479C-BAD1-A60282FD0B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673" y="2347716"/>
            <a:ext cx="1704337" cy="408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8D8FA4-E870-4FE2-ABB6-D473D97A93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348" y="1147846"/>
            <a:ext cx="1009302" cy="364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2BD884-3388-4536-BB01-AB74D610DA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0822" y="4122328"/>
            <a:ext cx="782717" cy="784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6AA1E1-1097-4F76-8A96-8643D8C169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5811" y="3512776"/>
            <a:ext cx="1704337" cy="5408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D7D4C7-8FC0-4249-B2DC-CF853E2BF4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8909" y="2994500"/>
            <a:ext cx="1174181" cy="35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91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hart, scatter chart&#10;&#10;Description automatically generated">
            <a:extLst>
              <a:ext uri="{FF2B5EF4-FFF2-40B4-BE49-F238E27FC236}">
                <a16:creationId xmlns:a16="http://schemas.microsoft.com/office/drawing/2014/main" id="{F540DEB4-E0AF-4BC6-85B7-729100BFB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FC7C02-8E92-4B0A-B640-0BBC858DE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571" y="863398"/>
            <a:ext cx="2486025" cy="5207402"/>
          </a:xfrm>
          <a:prstGeom prst="rect">
            <a:avLst/>
          </a:prstGeom>
        </p:spPr>
      </p:pic>
      <p:pic>
        <p:nvPicPr>
          <p:cNvPr id="7" name="Picture 6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440239FE-6D57-48F7-8D76-7C9C476E406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8" r="5450"/>
          <a:stretch/>
        </p:blipFill>
        <p:spPr>
          <a:xfrm>
            <a:off x="4902199" y="863398"/>
            <a:ext cx="2486025" cy="5207403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extLst>
              <a:ext uri="{FF2B5EF4-FFF2-40B4-BE49-F238E27FC236}">
                <a16:creationId xmlns:a16="http://schemas.microsoft.com/office/drawing/2014/main" id="{1B710FDC-0133-45F1-9555-633C937D048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84" y="607639"/>
            <a:ext cx="3174031" cy="564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7683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hart, scatter chart&#10;&#10;Description automatically generated">
            <a:extLst>
              <a:ext uri="{FF2B5EF4-FFF2-40B4-BE49-F238E27FC236}">
                <a16:creationId xmlns:a16="http://schemas.microsoft.com/office/drawing/2014/main" id="{F540DEB4-E0AF-4BC6-85B7-729100BFB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" y="0"/>
            <a:ext cx="12192000" cy="6858000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A4707EE-7EC7-4EB0-A75C-03D330160A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9" r="6379"/>
          <a:stretch/>
        </p:blipFill>
        <p:spPr>
          <a:xfrm>
            <a:off x="4907902" y="856589"/>
            <a:ext cx="2444620" cy="5144822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extLst>
              <a:ext uri="{FF2B5EF4-FFF2-40B4-BE49-F238E27FC236}">
                <a16:creationId xmlns:a16="http://schemas.microsoft.com/office/drawing/2014/main" id="{1B710FDC-0133-45F1-9555-633C937D048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84" y="607639"/>
            <a:ext cx="3174031" cy="564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6940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31F7CD85-621A-4FE8-951A-F054B809D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42C6A0B-9BF4-47AF-B89C-7BC182F79B5B}"/>
              </a:ext>
            </a:extLst>
          </p:cNvPr>
          <p:cNvSpPr txBox="1">
            <a:spLocks/>
          </p:cNvSpPr>
          <p:nvPr/>
        </p:nvSpPr>
        <p:spPr>
          <a:xfrm>
            <a:off x="73887" y="98377"/>
            <a:ext cx="1375706" cy="1452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6000">
                <a:solidFill>
                  <a:schemeClr val="accent1">
                    <a:lumMod val="50000"/>
                  </a:schemeClr>
                </a:solidFill>
                <a:latin typeface="Oswald"/>
                <a:sym typeface="Oswald"/>
              </a:rPr>
              <a:t>0</a:t>
            </a:r>
            <a:r>
              <a:rPr lang="en-US" sz="6000">
                <a:solidFill>
                  <a:schemeClr val="accent1">
                    <a:lumMod val="50000"/>
                  </a:schemeClr>
                </a:solidFill>
                <a:latin typeface="Oswald"/>
                <a:sym typeface="Oswald"/>
              </a:rPr>
              <a:t>3</a:t>
            </a:r>
            <a:endParaRPr lang="bg-BG" sz="6000">
              <a:solidFill>
                <a:schemeClr val="accent1">
                  <a:lumMod val="50000"/>
                </a:schemeClr>
              </a:solidFill>
              <a:latin typeface="Oswald"/>
              <a:sym typeface="Oswa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E67F0-884A-4A66-9926-CEB6DFD978D9}"/>
              </a:ext>
            </a:extLst>
          </p:cNvPr>
          <p:cNvSpPr txBox="1"/>
          <p:nvPr/>
        </p:nvSpPr>
        <p:spPr>
          <a:xfrm>
            <a:off x="1824738" y="2464122"/>
            <a:ext cx="8542523" cy="1901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bg-BG" sz="2800" dirty="0">
                <a:solidFill>
                  <a:srgbClr val="053B5C"/>
                </a:solidFill>
                <a:latin typeface="Oswald"/>
              </a:rPr>
              <a:t>Целта ни е, да научим хората, че е важно да се спазват правилата за правилното шофиране и паркиране. Ако всички шофьори ги спазват, качеството на живот в градовете със сигурност ще се подобри.</a:t>
            </a:r>
            <a:endParaRPr lang="en-US" sz="2800" dirty="0">
              <a:solidFill>
                <a:srgbClr val="053B5C"/>
              </a:solidFill>
              <a:latin typeface="Oswa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5FF32-653C-46ED-AC05-F1A881A46CBB}"/>
              </a:ext>
            </a:extLst>
          </p:cNvPr>
          <p:cNvSpPr/>
          <p:nvPr/>
        </p:nvSpPr>
        <p:spPr>
          <a:xfrm>
            <a:off x="5468776" y="697856"/>
            <a:ext cx="1124529" cy="534205"/>
          </a:xfrm>
          <a:prstGeom prst="rect">
            <a:avLst/>
          </a:prstGeom>
          <a:solidFill>
            <a:srgbClr val="84F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040FE-69C1-4362-BD33-B19A15D0867F}"/>
              </a:ext>
            </a:extLst>
          </p:cNvPr>
          <p:cNvSpPr txBox="1"/>
          <p:nvPr/>
        </p:nvSpPr>
        <p:spPr>
          <a:xfrm>
            <a:off x="5468776" y="387231"/>
            <a:ext cx="184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dirty="0">
                <a:solidFill>
                  <a:srgbClr val="053B5C"/>
                </a:solidFill>
                <a:latin typeface="Oswald"/>
                <a:sym typeface="Oswald"/>
              </a:rPr>
              <a:t>Цел</a:t>
            </a:r>
            <a:endParaRPr lang="en-US" sz="6000" dirty="0">
              <a:solidFill>
                <a:srgbClr val="053B5C"/>
              </a:solidFill>
              <a:latin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4081540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439E42F6-D3C8-46C6-B42A-03ABC8859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B4F55FD-180D-457F-B221-18E9DCC2B721}"/>
              </a:ext>
            </a:extLst>
          </p:cNvPr>
          <p:cNvSpPr txBox="1">
            <a:spLocks/>
          </p:cNvSpPr>
          <p:nvPr/>
        </p:nvSpPr>
        <p:spPr>
          <a:xfrm>
            <a:off x="73887" y="98377"/>
            <a:ext cx="1375706" cy="1452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6000">
                <a:solidFill>
                  <a:schemeClr val="accent1">
                    <a:lumMod val="50000"/>
                  </a:schemeClr>
                </a:solidFill>
                <a:latin typeface="Oswald"/>
                <a:sym typeface="Oswald"/>
              </a:rPr>
              <a:t>04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28FCFE6-5FAE-451C-8FAB-27AF461685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839" y="1015856"/>
            <a:ext cx="4092322" cy="58421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0FF6DC-8265-4413-92B3-D254C0CE09CC}"/>
              </a:ext>
            </a:extLst>
          </p:cNvPr>
          <p:cNvSpPr/>
          <p:nvPr/>
        </p:nvSpPr>
        <p:spPr>
          <a:xfrm>
            <a:off x="4575629" y="557532"/>
            <a:ext cx="2912826" cy="534205"/>
          </a:xfrm>
          <a:prstGeom prst="rect">
            <a:avLst/>
          </a:prstGeom>
          <a:solidFill>
            <a:srgbClr val="84F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5CCFC-B585-4CBF-BE3F-6505A1709CF6}"/>
              </a:ext>
            </a:extLst>
          </p:cNvPr>
          <p:cNvSpPr txBox="1"/>
          <p:nvPr/>
        </p:nvSpPr>
        <p:spPr>
          <a:xfrm>
            <a:off x="4575629" y="331247"/>
            <a:ext cx="3667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dirty="0">
                <a:solidFill>
                  <a:srgbClr val="053B5C"/>
                </a:solidFill>
                <a:latin typeface="Oswald"/>
                <a:sym typeface="Oswald"/>
              </a:rPr>
              <a:t>Реализация</a:t>
            </a:r>
            <a:endParaRPr lang="en-US" sz="6000" dirty="0">
              <a:solidFill>
                <a:srgbClr val="053B5C"/>
              </a:solidFill>
              <a:latin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26918832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3D09F-1F9C-43AA-AAA7-4125EC74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cs typeface="Calibri Light"/>
              </a:rPr>
              <a:t>БЛАГОДАРИМ</a:t>
            </a:r>
            <a:r>
              <a:rPr lang="bg-BG" sz="3600">
                <a:solidFill>
                  <a:schemeClr val="tx1">
                    <a:lumMod val="85000"/>
                    <a:lumOff val="15000"/>
                  </a:schemeClr>
                </a:solidFill>
                <a:cs typeface="Calibri Light"/>
              </a:rPr>
              <a:t> ВИ</a:t>
            </a: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cs typeface="Calibri Light"/>
              </a:rPr>
              <a:t> ЗА ВНИМАНИЕТО!</a:t>
            </a:r>
            <a:endParaRPr lang="en-US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3257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Widescreen</PresentationFormat>
  <Paragraphs>25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Oswald</vt:lpstr>
      <vt:lpstr>Wingdings</vt:lpstr>
      <vt:lpstr>Office Theme</vt:lpstr>
      <vt:lpstr>DRIVEY</vt:lpstr>
      <vt:lpstr>Съдържание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БЛАГОДАРИМ ВИ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Александър Ниелс Борис Клингенберг</dc:creator>
  <cp:lastModifiedBy>Александър Ниелс Борис  Клингенберг</cp:lastModifiedBy>
  <cp:revision>4</cp:revision>
  <dcterms:created xsi:type="dcterms:W3CDTF">2021-03-26T13:26:43Z</dcterms:created>
  <dcterms:modified xsi:type="dcterms:W3CDTF">2021-03-26T20:35:25Z</dcterms:modified>
</cp:coreProperties>
</file>